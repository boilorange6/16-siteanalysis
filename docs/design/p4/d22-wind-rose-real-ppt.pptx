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EF"/>
          </a:solidFill>
          <a:ln w="12700">
            <a:solidFill>
              <a:srgbClr val="F2F2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지도 이미지를 만들지 못했습니다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274320"/>
            <a:ext cx="5212080" cy="3621024"/>
          </a:xfrm>
          <a:prstGeom prst="roundRect">
            <a:avLst>
              <a:gd name="adj" fmla="val 4040"/>
            </a:avLst>
          </a:prstGeom>
          <a:solidFill>
            <a:srgbClr val="FFFFFF">
              <a:alpha val="86000"/>
            </a:srgbClr>
          </a:solidFill>
          <a:ln w="6350">
            <a:solidFill>
              <a:srgbClr val="15171C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7548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사이트 분석 보고서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1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서울특별시 강동구 아리수로 250 (고덕동)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8928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 면적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093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3,480㎡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880360" y="18928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용도지역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80360" y="2093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제2종일반주거지역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24597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반경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66090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800m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80360" y="24597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266090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2026-09-30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31181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기준일 2025-12-31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2042160" cy="274320"/>
          </a:xfrm>
          <a:prstGeom prst="roundRect">
            <a:avLst>
              <a:gd name="adj" fmla="val 50000"/>
            </a:avLst>
          </a:prstGeom>
          <a:solidFill>
            <a:srgbClr val="FCE9C7"/>
          </a:solidFill>
          <a:ln w="12700">
            <a:solidFill>
              <a:srgbClr val="FCE9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47288"/>
            <a:ext cx="204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B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자료 불완전 · 1개 타일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96735" y="274320"/>
            <a:ext cx="5120640" cy="1042416"/>
          </a:xfrm>
          <a:prstGeom prst="roundRect">
            <a:avLst>
              <a:gd name="adj" fmla="val 14035"/>
            </a:avLst>
          </a:prstGeom>
          <a:solidFill>
            <a:srgbClr val="FFFFFF">
              <a:alpha val="86000"/>
            </a:srgbClr>
          </a:solidFill>
          <a:ln w="6350">
            <a:solidFill>
              <a:srgbClr val="15171C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71055" y="4389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71055" y="905256"/>
            <a:ext cx="109728" cy="109728"/>
          </a:xfrm>
          <a:prstGeom prst="ellipse">
            <a:avLst/>
          </a:prstGeom>
          <a:solidFill>
            <a:srgbClr val="2B9CBF"/>
          </a:solidFill>
          <a:ln w="12700">
            <a:solidFill>
              <a:srgbClr val="2B9C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2223" y="7772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바람장미  </a:t>
            </a:r>
            <a:pPr indent="0" marL="0">
              <a:buNone/>
            </a:pPr>
            <a:r>
              <a:rPr lang="en-US" sz="1100" dirty="0">
                <a:solidFill>
                  <a:srgbClr val="5B6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최근접 ASOS 관측소 거리 16,819m 직선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6350">
            <a:solidFill>
              <a:srgbClr val="15171C">
                <a:alpha val="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6528816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54A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기준일 2025-12-31 · 출처와 기준일은 마지막 장 참조 · © VWorld(국토교통부)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5288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4A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274320"/>
            <a:ext cx="2233168" cy="603504"/>
          </a:xfrm>
          <a:prstGeom prst="roundRect">
            <a:avLst>
              <a:gd name="adj" fmla="val 18182"/>
            </a:avLst>
          </a:prstGeom>
          <a:solidFill>
            <a:srgbClr val="FFFFFF">
              <a:alpha val="86000"/>
            </a:srgbClr>
          </a:solidFill>
          <a:ln w="6350">
            <a:solidFill>
              <a:srgbClr val="15171C">
                <a:alpha val="8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493776"/>
            <a:ext cx="164592" cy="164592"/>
          </a:xfrm>
          <a:prstGeom prst="ellipse">
            <a:avLst/>
          </a:prstGeom>
          <a:solidFill>
            <a:srgbClr val="2B9CBF"/>
          </a:solidFill>
          <a:ln w="12700">
            <a:solidFill>
              <a:srgbClr val="2B9CB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274320"/>
            <a:ext cx="1702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D22  </a:t>
            </a:r>
            <a:pPr indent="0" marL="0">
              <a:buNone/>
            </a:pPr>
            <a:r>
              <a:rPr lang="en-US" sz="1800" b="1" dirty="0">
                <a:solidFill>
                  <a:srgbClr val="151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바람장미</a:t>
            </a:r>
            <a:pPr indent="0" marL="0">
              <a:buNone/>
            </a:pPr>
            <a:r>
              <a:rPr lang="en-US" sz="1000" b="1" dirty="0">
                <a:solidFill>
                  <a:srgbClr val="5B6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도판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012887" y="274320"/>
            <a:ext cx="3904488" cy="3705098"/>
          </a:xfrm>
          <a:prstGeom prst="roundRect">
            <a:avLst>
              <a:gd name="adj" fmla="val 3949"/>
            </a:avLst>
          </a:prstGeom>
          <a:solidFill>
            <a:srgbClr val="FFFFFF">
              <a:alpha val="86000"/>
            </a:srgbClr>
          </a:solidFill>
          <a:ln w="6350">
            <a:solidFill>
              <a:srgbClr val="15171C">
                <a:alpha val="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41487" y="475488"/>
            <a:ext cx="655320" cy="274320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41487" y="475488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미확인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41487" y="859536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최근접 ASOS 관측소 거리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41487" y="1078992"/>
            <a:ext cx="3447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1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16,819m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8241487" y="1682496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직선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41487" y="2011680"/>
            <a:ext cx="3447288" cy="957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1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최근접 관측소 서울(거리 16.8km, 해발 85.67m) 기준 최빈 풍향 W 16.4% → 관측소 지형과 대지 국지풍은 다를 수 있음 → 현장 풍환경·S03 탐색으로 확인할 것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41487" y="3078734"/>
            <a:ext cx="344728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관측소 서울 ASOS(2016-01-01~2025-12-31) 장기 빈도이며 대지 국지 흐름이 아님 · 관측소·기간 차이로 참고값과 최빈 풍향이 다를 수 있음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정온 2.9% · 결측 0.1% · 지점 서울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6350">
            <a:solidFill>
              <a:srgbClr val="15171C">
                <a:alpha val="8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6528816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54A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기상청 ASOS 시간자료 2025-12-31 · © VWorld(국토교통부)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820095" y="65288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4A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EF"/>
          </a:solidFill>
          <a:ln w="12700">
            <a:solidFill>
              <a:srgbClr val="F2F2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지도 이미지를 만들지 못했습니다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74320"/>
            <a:ext cx="2936240" cy="603504"/>
          </a:xfrm>
          <a:prstGeom prst="roundRect">
            <a:avLst>
              <a:gd name="adj" fmla="val 18182"/>
            </a:avLst>
          </a:prstGeom>
          <a:solidFill>
            <a:srgbClr val="FFFFFF">
              <a:alpha val="86000"/>
            </a:srgbClr>
          </a:solidFill>
          <a:ln w="6350">
            <a:solidFill>
              <a:srgbClr val="15171C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93776"/>
            <a:ext cx="164592" cy="164592"/>
          </a:xfrm>
          <a:prstGeom prst="ellipse">
            <a:avLst/>
          </a:prstGeom>
          <a:solidFill>
            <a:srgbClr val="7A7E87"/>
          </a:solidFill>
          <a:ln w="12700">
            <a:solidFill>
              <a:srgbClr val="7A7E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74320"/>
            <a:ext cx="2405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pPr indent="0" marL="0">
              <a:buNone/>
            </a:pPr>
            <a:r>
              <a:rPr lang="en-US" sz="1800" b="1" dirty="0">
                <a:solidFill>
                  <a:srgbClr val="151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출처와 기준일</a:t>
            </a:r>
            <a:pPr indent="0" marL="0">
              <a:buNone/>
            </a:pPr>
            <a:r>
              <a:rPr lang="en-US" sz="1000" b="1" dirty="0">
                <a:solidFill>
                  <a:srgbClr val="5B6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11643055" cy="1078992"/>
          </a:xfrm>
          <a:prstGeom prst="roundRect">
            <a:avLst>
              <a:gd name="adj" fmla="val 13559"/>
            </a:avLst>
          </a:prstGeom>
          <a:solidFill>
            <a:srgbClr val="FFFFFF">
              <a:alpha val="86000"/>
            </a:srgbClr>
          </a:solidFill>
          <a:ln w="6350">
            <a:solidFill>
              <a:srgbClr val="15171C">
                <a:alpha val="8000"/>
              </a:srgbClr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218883"/>
                <a:gridCol w="6101928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06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출처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06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기준일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06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사용한 타일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17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기상청 ASOS 시간자료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7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2025-12-31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7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바람장미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6350">
            <a:solidFill>
              <a:srgbClr val="15171C">
                <a:alpha val="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6528816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54A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기준일 2025-12-31 · 출처 1건 · © VWorld(국토교통부)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20095" y="65288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4A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사이트 분석 보고서</dc:title>
  <dc:subject>PptxGenJS Presentation</dc:subject>
  <dc:creator>PptxGenJS</dc:creator>
  <cp:lastModifiedBy>PptxGenJS</cp:lastModifiedBy>
  <cp:revision>1</cp:revision>
  <dcterms:created xsi:type="dcterms:W3CDTF">2026-10-01T11:59:47Z</dcterms:created>
  <dcterms:modified xsi:type="dcterms:W3CDTF">2026-10-01T11:59:47Z</dcterms:modified>
</cp:coreProperties>
</file>