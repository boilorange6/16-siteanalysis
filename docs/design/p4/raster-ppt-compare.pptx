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 래스터 지도 · PPT 합성 캡처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12648"/>
          </a:xfrm>
          <a:prstGeom prst="rect">
            <a:avLst/>
          </a:prstGeom>
          <a:solidFill>
            <a:srgbClr val="16181D"/>
          </a:solidFill>
          <a:ln w="12700">
            <a:solidFill>
              <a:srgbClr val="16181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12648"/>
            <a:ext cx="12191695" cy="5102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6035040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A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 셀 · 동심원 분류 래스터 + 같은 EPSG:5179 원 경계 · affine 오차 1 px 미만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Site Analysis v2</dc:creator>
  <cp:lastModifiedBy>Site Analysis v2</cp:lastModifiedBy>
  <cp:revision>1</cp:revision>
  <dcterms:created xsi:type="dcterms:W3CDTF">2026-10-01T09:36:53Z</dcterms:created>
  <dcterms:modified xsi:type="dcterms:W3CDTF">2026-10-01T09:36:53Z</dcterms:modified>
</cp:coreProperties>
</file>